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Montserrat"/>
      <p:regular r:id="rId12"/>
      <p:bold r:id="rId13"/>
      <p:italic r:id="rId14"/>
      <p:boldItalic r:id="rId15"/>
    </p:embeddedFont>
    <p:embeddedFont>
      <p:font typeface="La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Montserrat-bold.fntdata"/><Relationship Id="rId12" Type="http://schemas.openxmlformats.org/officeDocument/2006/relationships/font" Target="fonts/Montserrat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boldItalic.fntdata"/><Relationship Id="rId14" Type="http://schemas.openxmlformats.org/officeDocument/2006/relationships/font" Target="fonts/Montserrat-italic.fntdata"/><Relationship Id="rId17" Type="http://schemas.openxmlformats.org/officeDocument/2006/relationships/font" Target="fonts/Lato-bold.fntdata"/><Relationship Id="rId16" Type="http://schemas.openxmlformats.org/officeDocument/2006/relationships/font" Target="fonts/La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Italic.fntdata"/><Relationship Id="rId6" Type="http://schemas.openxmlformats.org/officeDocument/2006/relationships/slide" Target="slides/slide1.xml"/><Relationship Id="rId18" Type="http://schemas.openxmlformats.org/officeDocument/2006/relationships/font" Target="fonts/La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09523f12b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09523f12b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09523f12b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09523f12b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09523f12bd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09523f12b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09523f12bd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09523f12bd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09523f12bd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09523f12bd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79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Case study</a:t>
            </a:r>
            <a:endParaRPr b="1" i="1">
              <a:solidFill>
                <a:srgbClr val="FFFFFF"/>
              </a:solidFill>
            </a:endParaRPr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2633725" y="2820775"/>
            <a:ext cx="6280200" cy="6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/>
              <a:t>Case Study Analysis: Device Temperature Maintenance and Occupancy Detection.</a:t>
            </a:r>
            <a:endParaRPr b="1"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By </a:t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Pradeep</a:t>
            </a:r>
            <a:endParaRPr i="1"/>
          </a:p>
        </p:txBody>
      </p:sp>
      <p:pic>
        <p:nvPicPr>
          <p:cNvPr id="136" name="Google Shape;13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9913" y="-12"/>
            <a:ext cx="3838575" cy="119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Statements</a:t>
            </a:r>
            <a:endParaRPr/>
          </a:p>
        </p:txBody>
      </p:sp>
      <p:sp>
        <p:nvSpPr>
          <p:cNvPr id="142" name="Google Shape;142;p14"/>
          <p:cNvSpPr txBox="1"/>
          <p:nvPr>
            <p:ph idx="1" type="body"/>
          </p:nvPr>
        </p:nvSpPr>
        <p:spPr>
          <a:xfrm>
            <a:off x="682200" y="2135675"/>
            <a:ext cx="7779600" cy="18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Analyze device performance in maintaining desired temperature in various occupancy modes.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Identify device efficiency during transitions from Unoccupied to Occupied mod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Integrate data from various sensor types to provide a unified measure of occupancy.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 1 : </a:t>
            </a:r>
            <a:endParaRPr/>
          </a:p>
        </p:txBody>
      </p:sp>
      <p:sp>
        <p:nvSpPr>
          <p:cNvPr id="148" name="Google Shape;148;p15"/>
          <p:cNvSpPr txBox="1"/>
          <p:nvPr>
            <p:ph idx="1" type="body"/>
          </p:nvPr>
        </p:nvSpPr>
        <p:spPr>
          <a:xfrm>
            <a:off x="437125" y="1174500"/>
            <a:ext cx="8616900" cy="396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Temperature Maintenance Analysis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Missing Values: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Handling missing data was a significant challenge, requiring the use of interpolation techniques to fill gaps without introducing biases.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Time Series Alignment: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The timestamps in the data weren't always perfectly aligned to the hour, necessitating careful adjustment to ensure accurate analysis.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Occupancy Mode Segmentation: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Differentiating the device's behavior across various occupancy modes required meticulous segmentation to ensure that the analysis for each mode was accurate and distinct.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" sz="1100" u="sng">
                <a:latin typeface="Arial"/>
                <a:ea typeface="Arial"/>
                <a:cs typeface="Arial"/>
                <a:sym typeface="Arial"/>
              </a:rPr>
              <a:t>Approach</a:t>
            </a:r>
            <a:r>
              <a:rPr b="1" i="1" lang="en" sz="1100" u="sng">
                <a:latin typeface="Arial"/>
                <a:ea typeface="Arial"/>
                <a:cs typeface="Arial"/>
                <a:sym typeface="Arial"/>
              </a:rPr>
              <a:t> Took to solve the Problem: </a:t>
            </a:r>
            <a:endParaRPr b="1" i="1" sz="1100" u="sng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Data Preparation and Analysis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: Explored the structure of the timeseries.parquet dataset, cleaned data, handled missing values, and aligned timestamps to hourly intervals.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Temperature Deviation Visualization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: Grouped data by occupancy modes, calculated hourly temperature differences, and visualized trends to assess how well the device maintained the desired temperature.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i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  <p:transition spd="med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6"/>
          <p:cNvSpPr txBox="1"/>
          <p:nvPr>
            <p:ph type="title"/>
          </p:nvPr>
        </p:nvSpPr>
        <p:spPr>
          <a:xfrm>
            <a:off x="1101750" y="165475"/>
            <a:ext cx="7038900" cy="41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Question 2</a:t>
            </a:r>
            <a:endParaRPr b="1"/>
          </a:p>
        </p:txBody>
      </p:sp>
      <p:sp>
        <p:nvSpPr>
          <p:cNvPr id="154" name="Google Shape;154;p16"/>
          <p:cNvSpPr txBox="1"/>
          <p:nvPr>
            <p:ph idx="1" type="body"/>
          </p:nvPr>
        </p:nvSpPr>
        <p:spPr>
          <a:xfrm>
            <a:off x="244150" y="917775"/>
            <a:ext cx="8696700" cy="407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Occupancy Transition Analysis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Missing Data: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Some temperature data had gaps, which needed careful handling to ensure accurate tracking and analysis of transitions.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Transition Tracking: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Precisely identifying the exact moment the device transitioned from Unoccupied to Occupied mode was challenging, especially ensuring that timestamps were correctly aligned for accurate measurement.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" sz="1100" u="sng">
                <a:latin typeface="Arial"/>
                <a:ea typeface="Arial"/>
                <a:cs typeface="Arial"/>
                <a:sym typeface="Arial"/>
              </a:rPr>
              <a:t>Approach Took to solve the Problem: </a:t>
            </a:r>
            <a:endParaRPr b="1" i="1" sz="1100" u="sng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Transition Detection and Timing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: Isolated moments when the occupancy mode changed from Unoccupied to Occupied and tracked the time taken to reach the desired setpoint temperature from activation.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Data Integrity Handling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: Cleaned missing values using forward-fill and interpolation, ensuring accurate time tracking during occupancy transitions.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i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med">
        <p14:flip dir="l"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7"/>
          <p:cNvSpPr txBox="1"/>
          <p:nvPr>
            <p:ph type="title"/>
          </p:nvPr>
        </p:nvSpPr>
        <p:spPr>
          <a:xfrm>
            <a:off x="612425" y="134175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 3</a:t>
            </a:r>
            <a:endParaRPr/>
          </a:p>
        </p:txBody>
      </p:sp>
      <p:sp>
        <p:nvSpPr>
          <p:cNvPr id="160" name="Google Shape;160;p17"/>
          <p:cNvSpPr txBox="1"/>
          <p:nvPr>
            <p:ph idx="1" type="body"/>
          </p:nvPr>
        </p:nvSpPr>
        <p:spPr>
          <a:xfrm>
            <a:off x="405775" y="776425"/>
            <a:ext cx="8545800" cy="426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Sensor Data Integration for Occupancy Measurement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Data Integration from Various Sensors: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Integrating data from sensors with different time resolutions and formats (binary, counts, movement tracking) was complex, requiring careful interpolation and alignment to avoid misinterpretations.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Noise and Data Smoothing: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Entry/Exit sensors frequently showed fluctuations, which introduced noise. Smoothing this data to remove outliers and ensure it accurately reflected true occupancy was challenging.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Combining Different Data Types: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The integration of fundamentally different sensor data into a unified occupancy metric necessitated experimentation with various weighting and validation strategies to maintain consistency and reliability.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" sz="1100">
                <a:latin typeface="Arial"/>
                <a:ea typeface="Arial"/>
                <a:cs typeface="Arial"/>
                <a:sym typeface="Arial"/>
              </a:rPr>
              <a:t>Approach Took to solve the Problem: </a:t>
            </a:r>
            <a:endParaRPr b="1" i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Baseline Establishment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: Used Entry/Exit counters as a baseline for occupancy tracking while refining it with Occupancy Count sensors for accuracy and validating periods with Binary sensors.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Data Integration Challenges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: Addressed discrepancies in sensor data resolution and missing data by carefully interpolating, smoothing fluctuations, and developing a unified metric to ensure consistent occupancy measurement over time.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i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i="1"/>
          </a:p>
        </p:txBody>
      </p:sp>
    </p:spTree>
  </p:cSld>
  <p:clrMapOvr>
    <a:masterClrMapping/>
  </p:clrMapOvr>
  <mc:AlternateContent>
    <mc:Choice Requires="p14">
      <p:transition spd="med">
        <p14:flip dir="l"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8"/>
          <p:cNvSpPr txBox="1"/>
          <p:nvPr>
            <p:ph type="title"/>
          </p:nvPr>
        </p:nvSpPr>
        <p:spPr>
          <a:xfrm>
            <a:off x="916900" y="154525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/>
              <a:t>Conclusion</a:t>
            </a:r>
            <a:endParaRPr b="1" i="1"/>
          </a:p>
        </p:txBody>
      </p:sp>
      <p:sp>
        <p:nvSpPr>
          <p:cNvPr id="166" name="Google Shape;166;p18"/>
          <p:cNvSpPr txBox="1"/>
          <p:nvPr>
            <p:ph idx="1" type="body"/>
          </p:nvPr>
        </p:nvSpPr>
        <p:spPr>
          <a:xfrm>
            <a:off x="361025" y="1407125"/>
            <a:ext cx="7975500" cy="307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We analyzed occupancy data to assess how well devices maintain desired temperatures across different occupancy modes.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The temperature analysis highlighted performance gaps in maintaining optimal conditions.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We tracked transitions from unoccupied to occupied modes, measuring the time taken to reach setpoint temperatures.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A unified occupancy metric was created by integrating data from various sensors, ensuring consistency and reliability.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Our findings provide actionable insights for optimizing energy efficiency and enhancing occupant comfort in building management.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med">
        <p14:prism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